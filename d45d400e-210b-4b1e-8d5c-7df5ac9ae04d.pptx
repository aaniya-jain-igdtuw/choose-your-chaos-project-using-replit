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334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27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73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65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88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03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0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99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373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364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28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486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2.png" /><Relationship Id="rId4" Type="http://schemas.openxmlformats.org/officeDocument/2006/relationships/hyperlink" Target="https://choose-your-chaos-pixel-theme.vercel.app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92D5-E7FC-E7A6-EC49-02F766507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997" y="171638"/>
            <a:ext cx="12046003" cy="868268"/>
          </a:xfrm>
        </p:spPr>
        <p:txBody>
          <a:bodyPr>
            <a:noAutofit/>
          </a:bodyPr>
          <a:lstStyle/>
          <a:p>
            <a:pPr algn="ctr"/>
            <a:r>
              <a:rPr lang="en-IN" sz="2400" dirty="0"/>
              <a:t>Website link: </a:t>
            </a:r>
            <a:r>
              <a:rPr lang="en-IN" sz="2400" dirty="0">
                <a:hlinkClick r:id="rId4"/>
              </a:rPr>
              <a:t>https://choose-your-chaos-pixel-theme.vercel.app/</a:t>
            </a:r>
            <a:endParaRPr lang="en-US" sz="2400" b="1" dirty="0"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000670-ED52-FB39-0650-3297AF6175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9481.mp4">
            <a:hlinkClick r:id="" action="ppaction://media"/>
            <a:extLst>
              <a:ext uri="{FF2B5EF4-FFF2-40B4-BE49-F238E27FC236}">
                <a16:creationId xmlns:a16="http://schemas.microsoft.com/office/drawing/2014/main" id="{CDF48836-BFAC-ED6F-093D-6E0D82328A1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78964" y="1759861"/>
            <a:ext cx="9669930" cy="4483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9D4536-DF4A-A3AC-4B01-6FA2EC2117CE}"/>
              </a:ext>
            </a:extLst>
          </p:cNvPr>
          <p:cNvSpPr txBox="1"/>
          <p:nvPr/>
        </p:nvSpPr>
        <p:spPr>
          <a:xfrm>
            <a:off x="1147481" y="1223779"/>
            <a:ext cx="3119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Demo video:</a:t>
            </a:r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0020E4-BD42-4FBF-16EF-2AD56B98F432}"/>
              </a:ext>
            </a:extLst>
          </p:cNvPr>
          <p:cNvSpPr txBox="1"/>
          <p:nvPr/>
        </p:nvSpPr>
        <p:spPr>
          <a:xfrm>
            <a:off x="4436861" y="6243754"/>
            <a:ext cx="4370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b="1" dirty="0">
                <a:solidFill>
                  <a:srgbClr val="FFFF00"/>
                </a:solidFill>
              </a:rPr>
              <a:t>Deployed via </a:t>
            </a:r>
            <a:r>
              <a:rPr lang="en-IN" sz="3200" b="1" dirty="0" err="1">
                <a:solidFill>
                  <a:srgbClr val="FFFF00"/>
                </a:solidFill>
              </a:rPr>
              <a:t>vercel</a:t>
            </a:r>
            <a:endParaRPr lang="en-US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52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Gallery</vt:lpstr>
      <vt:lpstr>Website link: https://choose-your-chaos-pixel-theme.vercel.app/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link: https://choose-your-chaos-pixel-theme.vercel.app/</dc:title>
  <dc:creator>Pranshi Aggarwal</dc:creator>
  <cp:lastModifiedBy>Pranshi Aggarwal</cp:lastModifiedBy>
  <cp:revision>1</cp:revision>
  <dcterms:created xsi:type="dcterms:W3CDTF">2026-09-03T15:37:16Z</dcterms:created>
  <dcterms:modified xsi:type="dcterms:W3CDTF">2026-09-03T15:59:06Z</dcterms:modified>
</cp:coreProperties>
</file>